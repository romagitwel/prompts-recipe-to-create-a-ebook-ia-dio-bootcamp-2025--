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57" r:id="rId2"/>
    <p:sldId id="263" r:id="rId3"/>
    <p:sldId id="264" r:id="rId4"/>
    <p:sldId id="265" r:id="rId5"/>
    <p:sldId id="261" r:id="rId6"/>
    <p:sldId id="267" r:id="rId7"/>
    <p:sldId id="262" r:id="rId8"/>
    <p:sldId id="269" r:id="rId9"/>
    <p:sldId id="271" r:id="rId10"/>
    <p:sldId id="273" r:id="rId11"/>
    <p:sldId id="272" r:id="rId12"/>
    <p:sldId id="275" r:id="rId13"/>
    <p:sldId id="277" r:id="rId14"/>
    <p:sldId id="279" r:id="rId15"/>
    <p:sldId id="284" r:id="rId16"/>
    <p:sldId id="283" r:id="rId17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A27"/>
    <a:srgbClr val="11FFFE"/>
    <a:srgbClr val="36ABFF"/>
    <a:srgbClr val="37ABFF"/>
    <a:srgbClr val="F1FEFE"/>
    <a:srgbClr val="85A0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45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2478" y="102"/>
      </p:cViewPr>
      <p:guideLst>
        <p:guide orient="horz" pos="4032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98B089FE-5646-9CF7-A0CD-D9371092F7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8ADF765-FF2C-6672-30DF-4E02B0FCB8E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237D1-EB3E-42ED-8017-A3E0F540A544}" type="datetimeFigureOut">
              <a:rPr lang="pt-BR" smtClean="0"/>
              <a:t>27/09/2025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3EF68CF-250A-55FC-E1E4-D9C6F5A555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12F9274-313E-B987-AB97-907ACC11A21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93A92-22D6-4927-AF67-7D3B866A4A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93338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8E0544-B9E7-47A8-ABD7-B3CFDECA6595}" type="datetimeFigureOut">
              <a:rPr lang="pt-BR" smtClean="0"/>
              <a:t>27/09/2025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0A01F6-44E6-448B-9319-3BC869F75E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2810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30072-6D31-42F3-B5CC-185B6D0A6822}" type="datetime1">
              <a:rPr lang="pt-BR" smtClean="0"/>
              <a:t>27/09/2025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5406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5A0BC-388F-4CA7-BE51-03B9510F86C7}" type="datetime1">
              <a:rPr lang="pt-BR" smtClean="0"/>
              <a:t>27/09/2025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8109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B0A53-1723-472B-8809-AF93A93C6B7D}" type="datetime1">
              <a:rPr lang="pt-BR" smtClean="0"/>
              <a:t>27/09/2025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98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3D0C2-0B29-4E63-8862-AEF7CD2FD74C}" type="datetime1">
              <a:rPr lang="pt-BR" smtClean="0"/>
              <a:t>27/09/2025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093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68ADD-7F35-4AEB-BEB1-AD3CCDF011CE}" type="datetime1">
              <a:rPr lang="pt-BR" smtClean="0"/>
              <a:t>27/09/2025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575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6779A-9BC4-4AC0-8880-1B792DDACBDD}" type="datetime1">
              <a:rPr lang="pt-BR" smtClean="0"/>
              <a:t>27/09/2025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546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75754-B528-45A3-9A7A-655123E17D0E}" type="datetime1">
              <a:rPr lang="pt-BR" smtClean="0"/>
              <a:t>27/09/2025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948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BC77C-1A26-4515-863F-461CD234F563}" type="datetime1">
              <a:rPr lang="pt-BR" smtClean="0"/>
              <a:t>27/09/2025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0915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6D11F-A570-44DC-98A9-9E7070BCD645}" type="datetime1">
              <a:rPr lang="pt-BR" smtClean="0"/>
              <a:t>27/09/2025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6099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6D1A7-EFFC-4966-822B-4C00AB2CB4F1}" type="datetime1">
              <a:rPr lang="pt-BR" smtClean="0"/>
              <a:t>27/09/2025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5203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B7C60-0DA7-42D4-A820-E1D03EB49949}" type="datetime1">
              <a:rPr lang="pt-BR" smtClean="0"/>
              <a:t>27/09/2025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176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CAA1B-DFB8-467D-A20E-1BF5C572C99B}" type="datetime1">
              <a:rPr lang="pt-BR" smtClean="0"/>
              <a:t>27/09/2025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3920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C59D0F3-0831-BB4F-5869-4C89A7608B75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rgbClr val="0D0A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36EA349-7B98-1495-CE4E-0331793888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01200" cy="128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185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1072300" y="1781780"/>
            <a:ext cx="781664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Vivemos uma era em que a tecnologia e a criatividade caminham lado a lado. A inteligência artificial, antes limitada a funções técnicas, agora se aproxima do universo artístico, oferecendo novas ferramentas, possibilidades e desafios. Este </a:t>
            </a:r>
            <a:r>
              <a:rPr lang="pt-BR" sz="2400" dirty="0" err="1"/>
              <a:t>eBook</a:t>
            </a:r>
            <a:r>
              <a:rPr lang="pt-BR" sz="2400" dirty="0"/>
              <a:t> explora como artistas e profissionais criativos estão se adaptando a essa transformação, enfrentando resistências, descobrindo novas linguagens e reinventando processos.</a:t>
            </a:r>
          </a:p>
          <a:p>
            <a:r>
              <a:rPr lang="pt-BR" sz="2400" dirty="0"/>
              <a:t>Ao longo das páginas, você encontrará reflexões sobre o papel da IA como parceira da criação, os impactos na rotina artística, a experimentação de novas formas de expressão e a importância da ética e da autoria. Este é um convite para compreender, explorar e, sobretudo, se inspirar na convergência entre arte e tecnologia.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913787" y="777781"/>
            <a:ext cx="8982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Quando Arte e Tecnologia se Encontram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60000">
                <a:srgbClr val="002060"/>
              </a:gs>
              <a:gs pos="18000">
                <a:schemeClr val="accent1">
                  <a:lumMod val="45000"/>
                  <a:lumOff val="55000"/>
                </a:schemeClr>
              </a:gs>
              <a:gs pos="32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950483A-1B7C-BC8A-AFE0-E5A3B512F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80398" y="11865189"/>
            <a:ext cx="3600450" cy="681567"/>
          </a:xfrm>
        </p:spPr>
        <p:txBody>
          <a:bodyPr/>
          <a:lstStyle/>
          <a:p>
            <a:r>
              <a:rPr lang="pt-BR" dirty="0" err="1"/>
              <a:t>Ctrl+Arte+AI:Renderizando</a:t>
            </a:r>
            <a:r>
              <a:rPr lang="pt-BR" dirty="0"/>
              <a:t> Ideias – WERICK GOMES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1966F1B7-35CA-277C-5D23-E67A2444F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2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E154A1A-0D60-C52C-B8C9-96ED0787CD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6145956"/>
            <a:ext cx="42672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000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70768" y="4727407"/>
            <a:ext cx="781664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dirty="0">
                <a:solidFill>
                  <a:schemeClr val="bg1"/>
                </a:solidFill>
                <a:latin typeface="Impact" panose="020B0806030902050204" pitchFamily="34" charset="0"/>
              </a:rPr>
              <a:t>IA como Ferramenta Criativa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70768" y="909472"/>
            <a:ext cx="7816645" cy="4508927"/>
          </a:xfrm>
          <a:prstGeom prst="rect">
            <a:avLst/>
          </a:prstGeom>
          <a:blipFill dpi="0" rotWithShape="1">
            <a:blip r:embed="rId2">
              <a:alphaModFix amt="0"/>
            </a:blip>
            <a:srcRect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11FFFE"/>
                  </a:solidFill>
                </a:ln>
                <a:solidFill>
                  <a:srgbClr val="0D0A27"/>
                </a:solidFill>
                <a:latin typeface="Impact" panose="020B0806030902050204" pitchFamily="34" charset="0"/>
              </a:rPr>
              <a:t>01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80E993-76DA-56CE-427C-CE1D83BD30C1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29000">
                <a:srgbClr val="002060"/>
              </a:gs>
              <a:gs pos="10000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E200A01C-BA5B-3A36-1BF1-0562AE8A1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3</a:t>
            </a:fld>
            <a:endParaRPr lang="pt-BR" dirty="0"/>
          </a:p>
        </p:txBody>
      </p:sp>
      <p:sp>
        <p:nvSpPr>
          <p:cNvPr id="7" name="Espaço Reservado para Rodapé 9">
            <a:extLst>
              <a:ext uri="{FF2B5EF4-FFF2-40B4-BE49-F238E27FC236}">
                <a16:creationId xmlns:a16="http://schemas.microsoft.com/office/drawing/2014/main" id="{35339589-7CF8-0C94-495A-82B469CBF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9763" y="11864975"/>
            <a:ext cx="3917723" cy="681038"/>
          </a:xfrm>
        </p:spPr>
        <p:txBody>
          <a:bodyPr/>
          <a:lstStyle/>
          <a:p>
            <a:r>
              <a:rPr lang="pt-BR" dirty="0" err="1"/>
              <a:t>Ctrl+Arte+AI:Renderizando</a:t>
            </a:r>
            <a:r>
              <a:rPr lang="pt-BR" dirty="0"/>
              <a:t> Ideias – WERICK GOMES</a:t>
            </a:r>
          </a:p>
        </p:txBody>
      </p:sp>
    </p:spTree>
    <p:extLst>
      <p:ext uri="{BB962C8B-B14F-4D97-AF65-F5344CB8AC3E}">
        <p14:creationId xmlns:p14="http://schemas.microsoft.com/office/powerpoint/2010/main" val="648510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92277" y="4202555"/>
            <a:ext cx="78166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A inteligência artificial surge como uma parceira no processo artístico, potencializando ideias e permitindo explorar caminhos criativos de maneira mais ágil. Ela não substitui a sensibilidade do artista, mas amplia suas possibilidades de experimentação e inovação.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1393282" y="349963"/>
            <a:ext cx="87304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Potencializando ideias e abrindo caminhos para a inovação</a:t>
            </a:r>
          </a:p>
        </p:txBody>
      </p:sp>
      <p:sp>
        <p:nvSpPr>
          <p:cNvPr id="19" name="Espaço Reservado para Rodapé 18">
            <a:extLst>
              <a:ext uri="{FF2B5EF4-FFF2-40B4-BE49-F238E27FC236}">
                <a16:creationId xmlns:a16="http://schemas.microsoft.com/office/drawing/2014/main" id="{106B9400-10F5-C4D9-5FB4-31020CF6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80398" y="11865189"/>
            <a:ext cx="3852534" cy="681567"/>
          </a:xfrm>
        </p:spPr>
        <p:txBody>
          <a:bodyPr/>
          <a:lstStyle/>
          <a:p>
            <a:r>
              <a:rPr lang="pt-BR" dirty="0" err="1"/>
              <a:t>Ctrl+Arte+AI:Renderizando</a:t>
            </a:r>
            <a:r>
              <a:rPr lang="pt-BR" dirty="0"/>
              <a:t> Ideias – WERICK GOMES</a:t>
            </a:r>
          </a:p>
        </p:txBody>
      </p:sp>
      <p:sp>
        <p:nvSpPr>
          <p:cNvPr id="20" name="Espaço Reservado para Número de Slide 19">
            <a:extLst>
              <a:ext uri="{FF2B5EF4-FFF2-40B4-BE49-F238E27FC236}">
                <a16:creationId xmlns:a16="http://schemas.microsoft.com/office/drawing/2014/main" id="{919B02F9-1256-559A-957D-87AA95AA1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4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274D4B1-5E32-3A04-3EC2-48B45B1C0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287863">
            <a:off x="3037357" y="351500"/>
            <a:ext cx="2949050" cy="442357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9343CB1-B422-5085-FFEE-8ECFD111F19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6356" y="8972386"/>
            <a:ext cx="1928535" cy="2892803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21723D04-8197-47F6-378D-D62D4D2C0247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60000">
                <a:srgbClr val="002060"/>
              </a:gs>
              <a:gs pos="18000">
                <a:schemeClr val="accent1">
                  <a:lumMod val="45000"/>
                  <a:lumOff val="55000"/>
                </a:schemeClr>
              </a:gs>
              <a:gs pos="32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96699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004859"/>
            <a:ext cx="781664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dirty="0">
                <a:solidFill>
                  <a:schemeClr val="bg1"/>
                </a:solidFill>
                <a:latin typeface="Impact" panose="020B0806030902050204" pitchFamily="34" charset="0"/>
              </a:rPr>
              <a:t>Inspiração e Descoberta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11FFFE"/>
                  </a:solidFill>
                </a:ln>
                <a:solidFill>
                  <a:srgbClr val="0D0A27"/>
                </a:solidFill>
                <a:latin typeface="Impact" panose="020B0806030902050204" pitchFamily="34" charset="0"/>
              </a:rPr>
              <a:t>02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90E6D8A5-1A1A-B921-5118-21A6BD3F4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80398" y="11865189"/>
            <a:ext cx="3600450" cy="681567"/>
          </a:xfrm>
        </p:spPr>
        <p:txBody>
          <a:bodyPr/>
          <a:lstStyle/>
          <a:p>
            <a:r>
              <a:rPr lang="pt-BR" dirty="0" err="1"/>
              <a:t>Ctrl+Arte+AI:Renderizando</a:t>
            </a:r>
            <a:r>
              <a:rPr lang="pt-BR" dirty="0"/>
              <a:t> Ideias – WERICK GOMES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ED097E9B-2BDA-D42C-D47C-437D8B79E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5</a:t>
            </a:fld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CA1E0DB-7269-EBD7-99EB-AC8AD36D8F57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29000">
                <a:srgbClr val="002060"/>
              </a:gs>
              <a:gs pos="10000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7043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92277" y="4257879"/>
            <a:ext cx="78166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A tecnologia oferece acesso instantâneo a referências visuais e conceituais, facilitando a exploração de novas linguagens e estilos. Essa capacidade de experimentação acelera o processo criativo e amplia o horizonte artístico.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1291772" y="364027"/>
            <a:ext cx="85157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Explorando referências e expandindo horizontes criativos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2798D93-ED72-CD33-880D-2C72AA1C4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80398" y="11865189"/>
            <a:ext cx="3600450" cy="681567"/>
          </a:xfrm>
        </p:spPr>
        <p:txBody>
          <a:bodyPr/>
          <a:lstStyle/>
          <a:p>
            <a:r>
              <a:rPr lang="pt-BR" dirty="0" err="1"/>
              <a:t>Ctrl+Arte+AI:Renderizando</a:t>
            </a:r>
            <a:r>
              <a:rPr lang="pt-BR" dirty="0"/>
              <a:t> Ideias – WERICK GOMES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51B58DE0-4197-A9DA-3C15-1110405E5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6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7C9B124-5B36-DF7C-8548-61CEA41E40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287863">
            <a:off x="3051870" y="473667"/>
            <a:ext cx="2949050" cy="442357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0D43252-5A58-721A-2179-FC3E104851C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6356" y="8972386"/>
            <a:ext cx="1928535" cy="289280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5BBB1D96-DC16-D8CB-B426-40108973DDE5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60000">
                <a:srgbClr val="002060"/>
              </a:gs>
              <a:gs pos="18000">
                <a:schemeClr val="accent1">
                  <a:lumMod val="45000"/>
                  <a:lumOff val="55000"/>
                </a:schemeClr>
              </a:gs>
              <a:gs pos="32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85887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388320"/>
            <a:ext cx="78166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solidFill>
                  <a:schemeClr val="bg1"/>
                </a:solidFill>
                <a:latin typeface="Impact" panose="020B0806030902050204" pitchFamily="34" charset="0"/>
              </a:rPr>
              <a:t>Resistências e Desafios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11FFFE"/>
                  </a:solidFill>
                </a:ln>
                <a:solidFill>
                  <a:srgbClr val="0D0A27"/>
                </a:solidFill>
                <a:latin typeface="Impact" panose="020B0806030902050204" pitchFamily="34" charset="0"/>
              </a:rPr>
              <a:t>03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ED5FF5DA-5CF2-1E22-3C5B-B6117E870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80398" y="11865189"/>
            <a:ext cx="3728402" cy="681567"/>
          </a:xfrm>
        </p:spPr>
        <p:txBody>
          <a:bodyPr/>
          <a:lstStyle/>
          <a:p>
            <a:r>
              <a:rPr lang="pt-BR" dirty="0" err="1"/>
              <a:t>Ctrl+Arte+AI:Renderizando</a:t>
            </a:r>
            <a:r>
              <a:rPr lang="pt-BR" dirty="0"/>
              <a:t> Ideias – WERICK GOMES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CFFF15F9-9106-7134-AA2D-FD2E7ED9E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7</a:t>
            </a:fld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34CBA09-5D9D-5115-7175-EFE2B16D5BB8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29000">
                <a:srgbClr val="002060"/>
              </a:gs>
              <a:gs pos="10000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8851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92277" y="4073213"/>
            <a:ext cx="78166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Apesar das oportunidades, muitos artistas ainda veem a IA com cautela, preocupados com autenticidade e direitos autorais. A adaptação exige diálogo, compreensão das limitações e integração consciente da tecnologia ao processo criativo.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1593209" y="254844"/>
            <a:ext cx="78166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Superando medos e entendendo os limites da tecnologia</a:t>
            </a:r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16565A60-9FB1-1F97-0762-8DE359BBB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80398" y="11865189"/>
            <a:ext cx="3852534" cy="681567"/>
          </a:xfrm>
        </p:spPr>
        <p:txBody>
          <a:bodyPr/>
          <a:lstStyle/>
          <a:p>
            <a:r>
              <a:rPr lang="pt-BR" dirty="0" err="1"/>
              <a:t>Ctrl+Arte+AI:Renderizando</a:t>
            </a:r>
            <a:r>
              <a:rPr lang="pt-BR" dirty="0"/>
              <a:t> Ideias – WERICK GOMES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30BC083C-9C5F-F316-D781-2502741E5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8</a:t>
            </a:fld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2800947-8C7C-6AAE-0823-17FA5D0D9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287863">
            <a:off x="3037357" y="256380"/>
            <a:ext cx="2949050" cy="442357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FE9694A-B869-83E2-5A3D-521DE438522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6356" y="8972386"/>
            <a:ext cx="1928535" cy="289280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3C983341-1790-9F55-28A3-DE794C2E24EC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60000">
                <a:srgbClr val="002060"/>
              </a:gs>
              <a:gs pos="18000">
                <a:schemeClr val="accent1">
                  <a:lumMod val="45000"/>
                  <a:lumOff val="55000"/>
                </a:schemeClr>
              </a:gs>
              <a:gs pos="32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97347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388320"/>
            <a:ext cx="78166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solidFill>
                  <a:schemeClr val="bg1"/>
                </a:solidFill>
                <a:latin typeface="Impact" panose="020B0806030902050204" pitchFamily="34" charset="0"/>
              </a:rPr>
              <a:t>Otimização de Processos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11FFFE"/>
                  </a:solidFill>
                </a:ln>
                <a:solidFill>
                  <a:srgbClr val="0D0A27"/>
                </a:solidFill>
                <a:latin typeface="Impact" panose="020B0806030902050204" pitchFamily="34" charset="0"/>
              </a:rPr>
              <a:t>04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5CF477FF-E9CE-427E-324B-E4F18DF07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80398" y="11865189"/>
            <a:ext cx="3600450" cy="681567"/>
          </a:xfrm>
        </p:spPr>
        <p:txBody>
          <a:bodyPr/>
          <a:lstStyle/>
          <a:p>
            <a:r>
              <a:rPr lang="pt-BR" dirty="0" err="1"/>
              <a:t>Ctrl+Arte+AI:Renderizando</a:t>
            </a:r>
            <a:r>
              <a:rPr lang="pt-BR" dirty="0"/>
              <a:t> Ideias – WERICK GOMES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A26FB245-ED35-8115-4128-B27CC5C39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9</a:t>
            </a:fld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8131FC2-51B4-E5B7-EB21-9576F5BEAC9F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29000">
                <a:srgbClr val="002060"/>
              </a:gs>
              <a:gs pos="10000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8376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92277" y="5171495"/>
            <a:ext cx="78166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A IA permite automatizar tarefas repetitivas, liberando tempo e energia para o desenvolvimento da parte mais criativa da arte. Essa otimização transforma a rotina artística e possibilita um foco maior na expressão pessoal.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1421848" y="459302"/>
            <a:ext cx="78166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Liberando tempo para a essência da criação artística</a:t>
            </a:r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68AAFF6A-760E-55AD-CF3D-CC5D88DC4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80398" y="11865189"/>
            <a:ext cx="3600450" cy="681567"/>
          </a:xfrm>
        </p:spPr>
        <p:txBody>
          <a:bodyPr/>
          <a:lstStyle/>
          <a:p>
            <a:r>
              <a:rPr lang="pt-BR" dirty="0" err="1"/>
              <a:t>Ctrl+Arte+AI:Renderizando</a:t>
            </a:r>
            <a:r>
              <a:rPr lang="pt-BR" dirty="0"/>
              <a:t> Ideias – WERICK GOMES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B63FA121-A564-460E-9CA1-4990FBE50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10</a:t>
            </a:fld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4ABAE88-A814-0645-25AC-1E197A2E13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287863">
            <a:off x="3095414" y="686569"/>
            <a:ext cx="2949050" cy="442357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EF6C1F2-A1DA-494E-5AA9-4B578DE9EAD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6356" y="8972386"/>
            <a:ext cx="1928535" cy="2892803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E9BF46CC-AEBE-4EE2-9963-BE7FF22390DC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60000">
                <a:srgbClr val="002060"/>
              </a:gs>
              <a:gs pos="18000">
                <a:schemeClr val="accent1">
                  <a:lumMod val="45000"/>
                  <a:lumOff val="55000"/>
                </a:schemeClr>
              </a:gs>
              <a:gs pos="32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7067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388320"/>
            <a:ext cx="78166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solidFill>
                  <a:schemeClr val="bg1"/>
                </a:solidFill>
                <a:latin typeface="Impact" panose="020B0806030902050204" pitchFamily="34" charset="0"/>
              </a:rPr>
              <a:t>Novas Linguagens e Experiências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11FFFE"/>
                  </a:solidFill>
                </a:ln>
                <a:solidFill>
                  <a:srgbClr val="0D0A27"/>
                </a:solidFill>
                <a:latin typeface="Impact" panose="020B0806030902050204" pitchFamily="34" charset="0"/>
              </a:rPr>
              <a:t>05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BDF64E93-9F72-3B13-FC04-1CF9FAD87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80398" y="11865189"/>
            <a:ext cx="3600450" cy="681567"/>
          </a:xfrm>
        </p:spPr>
        <p:txBody>
          <a:bodyPr/>
          <a:lstStyle/>
          <a:p>
            <a:r>
              <a:rPr lang="pt-BR" dirty="0" err="1"/>
              <a:t>Ctrl+Arte+AI:Renderizando</a:t>
            </a:r>
            <a:r>
              <a:rPr lang="pt-BR" dirty="0"/>
              <a:t> Ideias – WERICK GOMES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D0F6146A-7175-FD15-9D6E-9F3335CC0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11</a:t>
            </a:fld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E7CAD3A-BDA4-5B3D-EBE8-96E3543BBC23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29000">
                <a:srgbClr val="002060"/>
              </a:gs>
              <a:gs pos="10000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5566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92277" y="4831140"/>
            <a:ext cx="78166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Com a inteligência artificial, novas formas de arte emergem, integrando mídias digitais e físicas. Essa fusão amplia a experiência do público e redefine a relação entre o artista, a obra e a tecnologia.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870768" y="427652"/>
            <a:ext cx="88392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Integração entre mídias, públicos e formas de expressão</a:t>
            </a:r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7492E912-C96D-66DF-60F4-0EC19ACDC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80398" y="11865189"/>
            <a:ext cx="3600450" cy="681567"/>
          </a:xfrm>
        </p:spPr>
        <p:txBody>
          <a:bodyPr/>
          <a:lstStyle/>
          <a:p>
            <a:r>
              <a:rPr lang="pt-BR" dirty="0" err="1"/>
              <a:t>Ctrl+Arte+AI:Renderizando</a:t>
            </a:r>
            <a:r>
              <a:rPr lang="pt-BR" dirty="0"/>
              <a:t> Ideias – WERICK GOMES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6A6DBD76-473B-80B1-4F20-86CD5BF3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12</a:t>
            </a:fld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A92B873-6797-A80E-BD8E-0110CC6801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287863">
            <a:off x="3037357" y="825097"/>
            <a:ext cx="2949050" cy="442357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81D1745-034D-D304-47FC-7D76D313146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6356" y="8972386"/>
            <a:ext cx="1928535" cy="2892803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DF691152-8ECD-1C09-2A84-B5F71C34F818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60000">
                <a:srgbClr val="002060"/>
              </a:gs>
              <a:gs pos="18000">
                <a:schemeClr val="accent1">
                  <a:lumMod val="45000"/>
                  <a:lumOff val="55000"/>
                </a:schemeClr>
              </a:gs>
              <a:gs pos="32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06414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388320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solidFill>
                  <a:schemeClr val="bg1"/>
                </a:solidFill>
                <a:latin typeface="Impact" panose="020B0806030902050204" pitchFamily="34" charset="0"/>
              </a:rPr>
              <a:t>Ética e Autoria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11FFFE"/>
                  </a:solidFill>
                </a:ln>
                <a:solidFill>
                  <a:srgbClr val="0D0A27"/>
                </a:solidFill>
                <a:latin typeface="Impact" panose="020B0806030902050204" pitchFamily="34" charset="0"/>
              </a:rPr>
              <a:t>06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EB9DBB56-D673-BFF1-D219-8798ED46F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80398" y="11865189"/>
            <a:ext cx="3600450" cy="681567"/>
          </a:xfrm>
        </p:spPr>
        <p:txBody>
          <a:bodyPr/>
          <a:lstStyle/>
          <a:p>
            <a:r>
              <a:rPr lang="pt-BR" dirty="0" err="1"/>
              <a:t>Ctrl+Arte+AI:Renderizando</a:t>
            </a:r>
            <a:r>
              <a:rPr lang="pt-BR" dirty="0"/>
              <a:t> Ideias – WERICK GOMES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981968B5-ADB4-7523-F4E9-54DB02B75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13</a:t>
            </a:fld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A2F5E7C-23E5-D6F6-FBA7-6A53CF67849F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29000">
                <a:srgbClr val="002060"/>
              </a:gs>
              <a:gs pos="10000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7831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92277" y="4728647"/>
            <a:ext cx="78166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O uso da IA no campo artístico levanta questões sobre autoria e propriedade intelectual. É fundamental compreender os limites éticos, respeitar direitos e manter a integridade do processo criativo.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1020882" y="512405"/>
            <a:ext cx="86287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Mantendo integridade, respeito e consciência no uso da IA</a:t>
            </a:r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2A3A121B-C21A-B258-DBB8-7B677BDC4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80398" y="11865189"/>
            <a:ext cx="3600450" cy="681567"/>
          </a:xfrm>
        </p:spPr>
        <p:txBody>
          <a:bodyPr/>
          <a:lstStyle/>
          <a:p>
            <a:r>
              <a:rPr lang="pt-BR" dirty="0" err="1"/>
              <a:t>Ctrl+Arte+AI:Renderizando</a:t>
            </a:r>
            <a:r>
              <a:rPr lang="pt-BR" dirty="0"/>
              <a:t> Ideias – WERICK GOMES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E6B5828F-4648-B570-E408-7CDFB1A4F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14</a:t>
            </a:fld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00FE040-D761-D241-CAD5-E3C36BCF03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287863">
            <a:off x="3124444" y="513941"/>
            <a:ext cx="2949050" cy="442357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C14335F-B635-3D88-3193-9D864A79EE4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6356" y="8972386"/>
            <a:ext cx="1928535" cy="2892803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126E1FF6-0CBF-49CE-2CC7-18588F9BDF7F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60000">
                <a:srgbClr val="002060"/>
              </a:gs>
              <a:gs pos="18000">
                <a:schemeClr val="accent1">
                  <a:lumMod val="45000"/>
                  <a:lumOff val="55000"/>
                </a:schemeClr>
              </a:gs>
              <a:gs pos="32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7381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388320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Impact" panose="020B0806030902050204" pitchFamily="34" charset="0"/>
              </a:rPr>
              <a:t>A</a:t>
            </a:r>
            <a:r>
              <a:rPr lang="pt-BR" sz="7200" dirty="0">
                <a:solidFill>
                  <a:schemeClr val="bg1"/>
                </a:solidFill>
                <a:latin typeface="Impact" panose="020B0806030902050204" pitchFamily="34" charset="0"/>
              </a:rPr>
              <a:t>GRADECIMENTOS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15C797C3-6F1E-3AA4-4225-55DBA1A40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80398" y="11865189"/>
            <a:ext cx="3600450" cy="681567"/>
          </a:xfrm>
        </p:spPr>
        <p:txBody>
          <a:bodyPr/>
          <a:lstStyle/>
          <a:p>
            <a:r>
              <a:rPr lang="pt-BR" dirty="0" err="1"/>
              <a:t>Ctrl+Arte+AI:Renderizando</a:t>
            </a:r>
            <a:r>
              <a:rPr lang="pt-BR" dirty="0"/>
              <a:t> Ideias – WERICK GOMES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37204EBB-9793-B1C1-E210-A22022EFF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15</a:t>
            </a:fld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1524559-BF6E-4BD3-B14D-760015387D18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29000">
                <a:srgbClr val="002060"/>
              </a:gs>
              <a:gs pos="10000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0956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70768" y="2822078"/>
            <a:ext cx="7816645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Esse Ebook foi gerado por IA, e diagramado por humano.</a:t>
            </a:r>
            <a:br>
              <a:rPr lang="pt-BR" sz="2400" dirty="0"/>
            </a:br>
            <a:r>
              <a:rPr lang="pt-BR" sz="2400" dirty="0"/>
              <a:t>O passo a passo se encontra no meu </a:t>
            </a:r>
            <a:r>
              <a:rPr lang="pt-BR" sz="2400" dirty="0" err="1"/>
              <a:t>Github</a:t>
            </a:r>
            <a:endParaRPr lang="pt-BR" sz="2400" dirty="0"/>
          </a:p>
          <a:p>
            <a:pPr algn="ctr"/>
            <a:r>
              <a:rPr lang="pt-BR" sz="4400" dirty="0"/>
              <a:t>.</a:t>
            </a:r>
            <a:br>
              <a:rPr lang="pt-BR" sz="2400" dirty="0"/>
            </a:br>
            <a:r>
              <a:rPr lang="pt-BR" sz="2400" dirty="0"/>
              <a:t>Esse conteúdo foi gerado com fins didáticos e de aprendizado de construção, durante o </a:t>
            </a:r>
            <a:r>
              <a:rPr lang="pt-BR" sz="2400" dirty="0" err="1"/>
              <a:t>Bootcamp</a:t>
            </a:r>
            <a:r>
              <a:rPr lang="pt-BR" sz="2400" dirty="0"/>
              <a:t> 2025 – IA Generativa/ DIO, não foi realizado uma validação cuidadosa humana no conteúdo e pode conter erros gerados por uma IA.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2269438" y="777781"/>
            <a:ext cx="8302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OBRIGADO POR LER ATÉ AQUI</a:t>
            </a:r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4B80E3D0-EEFE-5ED5-3B8A-29C7805C8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80398" y="11865189"/>
            <a:ext cx="3728402" cy="681567"/>
          </a:xfrm>
        </p:spPr>
        <p:txBody>
          <a:bodyPr/>
          <a:lstStyle/>
          <a:p>
            <a:r>
              <a:rPr lang="pt-BR" dirty="0" err="1"/>
              <a:t>Ctrl+Arte+AI:Renderizando</a:t>
            </a:r>
            <a:r>
              <a:rPr lang="pt-BR" dirty="0"/>
              <a:t> Ideias – WERICK GOMES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5194B7CE-3343-6082-D5FE-370D98CAE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16</a:t>
            </a:fld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00835EE-A170-C4AE-5EE7-9322E1BA6163}"/>
              </a:ext>
            </a:extLst>
          </p:cNvPr>
          <p:cNvSpPr/>
          <p:nvPr/>
        </p:nvSpPr>
        <p:spPr>
          <a:xfrm>
            <a:off x="870768" y="7097501"/>
            <a:ext cx="7562940" cy="6464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0D0A27"/>
                </a:solidFill>
              </a:rPr>
              <a:t>https://github.com/romagitwel</a:t>
            </a:r>
          </a:p>
        </p:txBody>
      </p:sp>
      <p:pic>
        <p:nvPicPr>
          <p:cNvPr id="1026" name="Picture 2" descr="GitHub Logos and Usage · GitHub">
            <a:extLst>
              <a:ext uri="{FF2B5EF4-FFF2-40B4-BE49-F238E27FC236}">
                <a16:creationId xmlns:a16="http://schemas.microsoft.com/office/drawing/2014/main" id="{1EF46656-CC8F-7EC9-456E-5D0A6CD02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953" y="5587726"/>
            <a:ext cx="1676570" cy="1676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004BE33-8E8E-D9B8-7F4D-0561688E05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287863">
            <a:off x="3037357" y="-208871"/>
            <a:ext cx="2949050" cy="442357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E3A9E9B-9E9B-79E7-F443-02AECF75F28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858" y="10148043"/>
            <a:ext cx="1474167" cy="221125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B6AD8DC6-33B1-733F-C208-72C6A73743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462" y="8190617"/>
            <a:ext cx="6738958" cy="2126196"/>
          </a:xfrm>
          <a:prstGeom prst="rect">
            <a:avLst/>
          </a:prstGeom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B0547C54-7FBA-238A-CBE8-708C2529015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60000">
                <a:srgbClr val="002060"/>
              </a:gs>
              <a:gs pos="18000">
                <a:schemeClr val="accent1">
                  <a:lumMod val="45000"/>
                  <a:lumOff val="55000"/>
                </a:schemeClr>
              </a:gs>
              <a:gs pos="32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204952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5212</TotalTime>
  <Words>683</Words>
  <Application>Microsoft Office PowerPoint</Application>
  <PresentationFormat>Papel A3 (297 x 420 mm)</PresentationFormat>
  <Paragraphs>62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Impact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Felipe Silva Aguiar</dc:creator>
  <cp:lastModifiedBy>Werick Silva</cp:lastModifiedBy>
  <cp:revision>16</cp:revision>
  <dcterms:created xsi:type="dcterms:W3CDTF">2023-06-15T14:34:16Z</dcterms:created>
  <dcterms:modified xsi:type="dcterms:W3CDTF">2025-09-27T20:19:48Z</dcterms:modified>
</cp:coreProperties>
</file>